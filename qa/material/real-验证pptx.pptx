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验证pptx</a:t>
            </a:r>
          </a:p>
          <a:p>
            <a:r>
              <a:rPr lang="zh-CN" sz="2400"/>
              <a:t>附件中文内容分析</a:t>
            </a:r>
          </a:p>
          <a:p>
            <a:r>
              <a:rPr lang="zh-CN" sz="2400"/>
              <a:t>来源：样例.pptx。已读取全部37个字符的提取文本。</a:t>
            </a:r>
          </a:p>
          <a:p>
            <a:r>
              <a:rPr lang="zh-CN" sz="2400"/>
              <a:t>本成果不代表用户学习表现或掌握程度。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幻灯片1：原文与分析</a:t>
            </a:r>
          </a:p>
          <a:p>
            <a:r>
              <a:rPr lang="zh-CN" sz="2400"/>
              <a:t>原文：第一页</a:t>
            </a:r>
          </a:p>
          <a:p>
            <a:r>
              <a:rPr lang="zh-CN" sz="2400"/>
              <a:t>原文：中文样例</a:t>
            </a:r>
          </a:p>
          <a:p>
            <a:r>
              <a:rPr lang="zh-CN" sz="2400"/>
              <a:t>“第一页”是页次说明性文字。</a:t>
            </a:r>
          </a:p>
          <a:p>
            <a:r>
              <a:rPr lang="zh-CN" sz="2400"/>
              <a:t>“中文样例”表明内容为中文示例，未提供具体背景。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幻灯片2：原文与分析</a:t>
            </a:r>
          </a:p>
          <a:p>
            <a:r>
              <a:rPr lang="zh-CN" sz="2400"/>
              <a:t>原文：第二页</a:t>
            </a:r>
          </a:p>
          <a:p>
            <a:r>
              <a:rPr lang="zh-CN" sz="2400"/>
              <a:t>原文：公式 x²</a:t>
            </a:r>
          </a:p>
          <a:p>
            <a:r>
              <a:rPr lang="zh-CN" sz="2400"/>
              <a:t>“第二页”是页次说明性文字。</a:t>
            </a:r>
          </a:p>
          <a:p>
            <a:r>
              <a:rPr lang="zh-CN" sz="2400"/>
              <a:t>x²表示x的平方，即x乘以x。此解释为分析补充，不是附件原文。</a:t>
            </a:r>
          </a:p>
          <a:p>
            <a:r>
              <a:rPr lang="zh-CN" sz="2400"/>
              <a:t>未给出等号、具体数值或题目条件，不扩写为方程或计算题。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处理范围与未处理内容</a:t>
            </a:r>
          </a:p>
          <a:p>
            <a:r>
              <a:rPr lang="zh-CN" sz="2400"/>
              <a:t>已分析两张幻灯片的全部提取文字，保留中文及x²。</a:t>
            </a:r>
          </a:p>
          <a:p>
            <a:r>
              <a:rPr lang="zh-CN" sz="2400"/>
              <a:t>提取结果中的幻灯片序号是结构标记，不作为正文原文。</a:t>
            </a:r>
          </a:p>
          <a:p>
            <a:r>
              <a:rPr lang="zh-CN" sz="2400"/>
              <a:t>未检查或还原图片、图表、复杂公式、版式、样式、动画及演示备注。</a:t>
            </a:r>
          </a:p>
          <a:p>
            <a:r>
              <a:rPr lang="zh-CN" sz="2400"/>
              <a:t>工具不保证非文本信息与备注完整，不能声称已核验全部对象，也不能判断这些对象是否存在。</a:t>
            </a:r>
          </a:p>
          <a:p>
            <a:r>
              <a:rPr lang="zh-CN" sz="2400"/>
              <a:t>本成果为新排版，不是原幻灯片的视觉复刻。</a:t>
            </a:r>
          </a:p>
          <a:p>
            <a:r>
              <a:rPr lang="zh-CN" sz="2400"/>
              <a:t>本文件仅为附件内容分析，不是用户作答记录，不代表学习表现或掌握程度，不含教学练习。</a:t>
            </a:r>
          </a:p>
        </p:txBody>
      </p:sp>
    </p:spTree>
  </p:cSld>
  <p:clrMapOvr>
    <a:masterClrMapping/>
  </p:clrMapOvr>
</p:sld>
</file>