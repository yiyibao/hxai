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9"/>
    <p:sldId id="258" r:id="rId10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NOTES_SECRET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NOTES_SECRET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NOTES_SECRET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VISIBLE_FIRST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HIDDEN_SLIDE_SECRET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VISIBLE_LAST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